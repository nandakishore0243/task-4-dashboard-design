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65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023E8A">
              <a:alpha val="40000"/>
            </a:srgbClr>
          </a:solidFill>
          <a:ln w="12700">
            <a:solidFill>
              <a:srgbClr val="023E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822960"/>
            <a:ext cx="3017520" cy="30175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2004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Your 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Data Analytics Internship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Performance 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8046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91440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46304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interactive dashboard for analyzing sales performance using real-world Amazon sales data, enabling businesses to identify trends, top-performing regions, and product categories.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Amazon Sales Dataset (Kaggle)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Fields: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Sales (Amount)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59689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804672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Quantity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0723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8046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478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Category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54787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segment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804672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233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40233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8046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988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449884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554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Quantity &amp; Orders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 over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73152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108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State-level performance breakdown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3108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filters: Category, Date &amp; State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23E8A">
              <a:alpha val="40000"/>
            </a:srgbClr>
          </a:solidFill>
          <a:ln w="12700">
            <a:solidFill>
              <a:srgbClr val="023E8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6576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observed in "Set" category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outperformed all other product categories in total revenue generated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42032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52374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&amp; Karnataka are top-performing states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states contribute the highest geographic sales volume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0E0E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03904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80160" y="3785616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 a slight decreasing trend over 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1538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analysis reveals a gradual dip requiring strategic attention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5C30A-856F-E2F3-C26C-FE9C3CA89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75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023E8A">
              <a:alpha val="45000"/>
            </a:srgbClr>
          </a:solidFill>
          <a:ln w="12700">
            <a:solidFill>
              <a:srgbClr val="023E8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2004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helps in understanding sales patterns and supports better business decision-making.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Visual Insights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3657600"/>
            <a:ext cx="2560320" cy="45720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Regional Focus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On-screen Show (16:9)</PresentationFormat>
  <Paragraphs>59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Analysis</dc:title>
  <dc:subject>PptxGenJS Presentation</dc:subject>
  <dc:creator>PptxGenJS</dc:creator>
  <cp:lastModifiedBy>Puttoju Madhu Shalini</cp:lastModifiedBy>
  <cp:revision>2</cp:revision>
  <dcterms:created xsi:type="dcterms:W3CDTF">2026-04-14T15:40:19Z</dcterms:created>
  <dcterms:modified xsi:type="dcterms:W3CDTF">2026-04-14T15:46:17Z</dcterms:modified>
</cp:coreProperties>
</file>